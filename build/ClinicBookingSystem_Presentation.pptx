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Title: Clinic Booking System</a:t>
            </a:r>
            <a:br>
              <a:rPr lang="en-US" altLang="en-GB"/>
            </a:br>
            <a:br>
              <a:rPr lang="en-US" altLang="en-GB"/>
            </a:br>
            <a:r>
              <a:rPr lang="en-US" altLang="en-GB"/>
              <a:t>Subtitle: Java Application Proje</a:t>
            </a:r>
            <a:r>
              <a:rPr lang="en-GB" altLang="en-US"/>
              <a:t>ct</a:t>
            </a:r>
            <a:r>
              <a:rPr lang="en-US" altLang="en-GB"/>
              <a:t> Name</a:t>
            </a:r>
            <a:r>
              <a:rPr lang="en-GB" altLang="en-US"/>
              <a:t>:Nirere Angelique</a:t>
            </a:r>
            <a:br>
              <a:rPr lang="en-US" altLang="en-GB"/>
            </a:br>
            <a:br>
              <a:rPr lang="en-US" altLang="en-GB"/>
            </a:br>
            <a:r>
              <a:rPr lang="en-US" altLang="en-GB"/>
              <a:t>Date</a:t>
            </a:r>
            <a:r>
              <a:rPr lang="en-GB" altLang="en-US"/>
              <a:t>:17/12/2025</a:t>
            </a:r>
            <a:endParaRPr lang="en-GB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GB" altLang="en-US"/>
              <a:t>my clinic booking system </a:t>
            </a:r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 u="sng"/>
              <a:t>Problem Statement</a:t>
            </a:r>
            <a:endParaRPr lang="en-US" altLang="en-GB" b="1" u="sng"/>
          </a:p>
          <a:p>
            <a:r>
              <a:rPr lang="en-US" altLang="en-GB"/>
              <a:t>Manual clinic management is inefficient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Need digital appointment system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Paper-based records are hard to manage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 u="sng"/>
              <a:t>Solution</a:t>
            </a:r>
            <a:endParaRPr lang="en-US" altLang="en-GB" b="1" u="sng"/>
          </a:p>
          <a:p>
            <a:r>
              <a:rPr lang="en-US" altLang="en-GB"/>
              <a:t>Java console application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Manages doctors, patients, appointments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User-friendly menu system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r>
              <a:rPr lang="en-US" altLang="en-GB" b="1" u="sng"/>
              <a:t>Activity Diagram</a:t>
            </a:r>
            <a:endParaRPr lang="en-US" altLang="en-GB" b="1" u="sng"/>
          </a:p>
          <a:p>
            <a:r>
              <a:rPr lang="en-US" altLang="en-GB"/>
              <a:t>Copy Diagram 1 from DIAGRAMS.md</a:t>
            </a:r>
            <a:endParaRPr lang="en-US" altLang="en-GB"/>
          </a:p>
          <a:p>
            <a:r>
              <a:rPr lang="en-US" altLang="en-US"/>
              <a:t>┌─────────────────────────────────────────────────────────────┐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                  PATIENT BOOKING ACTIVITY FLOW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└─────────────────────────────────────────────────────────────┘</a:t>
            </a:r>
            <a:endParaRPr lang="en-US" altLang="en-US"/>
          </a:p>
          <a:p>
            <a:endParaRPr lang="en-US" altLang="en-GB"/>
          </a:p>
          <a:p>
            <a:r>
              <a:rPr lang="en-US" altLang="en-US"/>
              <a:t>┌─────────┐</a:t>
            </a:r>
            <a:r>
              <a:rPr lang="en-US" altLang="en-GB"/>
              <a:t>     </a:t>
            </a:r>
            <a:r>
              <a:rPr lang="en-US" altLang="en-US"/>
              <a:t>┌──────────────┐</a:t>
            </a:r>
            <a:r>
              <a:rPr lang="en-US" altLang="en-GB"/>
              <a:t>     </a:t>
            </a:r>
            <a:r>
              <a:rPr lang="en-US" altLang="en-US"/>
              <a:t>┌──────────────┐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 START  </a:t>
            </a:r>
            <a:r>
              <a:rPr lang="en-US" altLang="en-US"/>
              <a:t>│────▶│</a:t>
            </a:r>
            <a:r>
              <a:rPr lang="en-US" altLang="en-GB"/>
              <a:t> View Doctors </a:t>
            </a:r>
            <a:r>
              <a:rPr lang="en-US" altLang="en-US"/>
              <a:t>│────▶│</a:t>
            </a:r>
            <a:r>
              <a:rPr lang="en-US" altLang="en-GB"/>
              <a:t> Select Doctor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└─────────┘</a:t>
            </a:r>
            <a:r>
              <a:rPr lang="en-US" altLang="en-GB"/>
              <a:t>     </a:t>
            </a:r>
            <a:r>
              <a:rPr lang="en-US" altLang="en-US"/>
              <a:t>└──────────────┘</a:t>
            </a:r>
            <a:r>
              <a:rPr lang="en-US" altLang="en-GB"/>
              <a:t>     </a:t>
            </a:r>
            <a:r>
              <a:rPr lang="en-US" altLang="en-US"/>
              <a:t>└──────────────┘</a:t>
            </a:r>
            <a:endParaRPr lang="en-US" altLang="en-US"/>
          </a:p>
          <a:p>
            <a:r>
              <a:rPr lang="en-US" altLang="en-GB"/>
              <a:t>                 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US"/>
              <a:t>┌─────────┐</a:t>
            </a:r>
            <a:r>
              <a:rPr lang="en-US" altLang="en-GB"/>
              <a:t>     </a:t>
            </a:r>
            <a:r>
              <a:rPr lang="en-US" altLang="en-US"/>
              <a:t>┌──────────────┐</a:t>
            </a:r>
            <a:r>
              <a:rPr lang="en-US" altLang="en-GB"/>
              <a:t>     </a:t>
            </a:r>
            <a:r>
              <a:rPr lang="en-US" altLang="en-US"/>
              <a:t>┌──────────────┐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 ERROR  </a:t>
            </a:r>
            <a:r>
              <a:rPr lang="en-US" altLang="en-US"/>
              <a:t>│◀────│</a:t>
            </a:r>
            <a:r>
              <a:rPr lang="en-US" altLang="en-GB"/>
              <a:t>Enter Patient </a:t>
            </a:r>
            <a:r>
              <a:rPr lang="en-US" altLang="en-US"/>
              <a:t>│◀────│</a:t>
            </a:r>
            <a:r>
              <a:rPr lang="en-US" altLang="en-GB"/>
              <a:t>Choose Patient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Handler </a:t>
            </a:r>
            <a:r>
              <a:rPr lang="en-US" altLang="en-US"/>
              <a:t>│</a:t>
            </a:r>
            <a:r>
              <a:rPr lang="en-US" altLang="en-GB"/>
              <a:t>     </a:t>
            </a:r>
            <a:r>
              <a:rPr lang="en-US" altLang="en-US"/>
              <a:t>│</a:t>
            </a:r>
            <a:r>
              <a:rPr lang="en-US" altLang="en-GB"/>
              <a:t>   Details    </a:t>
            </a:r>
            <a:r>
              <a:rPr lang="en-US" altLang="en-US"/>
              <a:t>│</a:t>
            </a:r>
            <a:r>
              <a:rPr lang="en-US" altLang="en-GB"/>
              <a:t>     </a:t>
            </a:r>
            <a:r>
              <a:rPr lang="en-US" altLang="en-US"/>
              <a:t>│</a:t>
            </a:r>
            <a:r>
              <a:rPr lang="en-US" altLang="en-GB"/>
              <a:t>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└─────────┘</a:t>
            </a:r>
            <a:r>
              <a:rPr lang="en-US" altLang="en-GB"/>
              <a:t>     </a:t>
            </a:r>
            <a:r>
              <a:rPr lang="en-US" altLang="en-US"/>
              <a:t>└──────────────┘</a:t>
            </a:r>
            <a:r>
              <a:rPr lang="en-US" altLang="en-GB"/>
              <a:t>     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▼</a:t>
            </a:r>
            <a:r>
              <a:rPr lang="en-US" altLang="en-GB"/>
              <a:t>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[Invalid Data]          [Patient Not Found]</a:t>
            </a:r>
            <a:endParaRPr lang="en-US" altLang="en-GB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└──────────┬─────────────┘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┌────────────────────┐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Select Appointment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    Type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└────────────────────┘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┌────────────────────┐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Enter Date/Time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   &amp; Reason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└────────────────────┘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┌────────────────────┐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 Confirm Booking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└────────────────────┘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┌────────────────────┐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Save Appointment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 (Repository)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└────────────────────┘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┌────────────────────┐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Generate Confirmation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 (Factory Pattern)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└────────────────────┘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┌────────────────────┐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Send Notification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│</a:t>
            </a:r>
            <a:r>
              <a:rPr lang="en-US" altLang="en-GB"/>
              <a:t>  (Observer Pattern)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</a:t>
            </a:r>
            <a:r>
              <a:rPr lang="en-US" altLang="en-US"/>
              <a:t>└────────────────────┘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              </a:t>
            </a:r>
            <a:r>
              <a:rPr lang="en-US" altLang="en-US"/>
              <a:t>┌─────┐</a:t>
            </a:r>
            <a:endParaRPr lang="en-US" altLang="en-US"/>
          </a:p>
          <a:p>
            <a:r>
              <a:rPr lang="en-US" altLang="en-GB"/>
              <a:t>                            </a:t>
            </a:r>
            <a:r>
              <a:rPr lang="en-US" altLang="en-US"/>
              <a:t>│</a:t>
            </a:r>
            <a:r>
              <a:rPr lang="en-US" altLang="en-GB"/>
              <a:t> END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             </a:t>
            </a:r>
            <a:r>
              <a:rPr lang="en-US" altLang="en-US"/>
              <a:t>└─────┘</a:t>
            </a:r>
            <a:endParaRPr lang="en-US" altLang="en-US"/>
          </a:p>
          <a:p>
            <a:r>
              <a:rPr lang="en-US" altLang="en-GB"/>
              <a:t>Title: "User Activity Flow"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4173220" y="4271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r>
              <a:rPr lang="en-US" altLang="en-GB" b="1" u="sng"/>
              <a:t>Data Flow Diagram</a:t>
            </a:r>
            <a:endParaRPr lang="en-US" altLang="en-GB" b="1" u="sng"/>
          </a:p>
          <a:p>
            <a:r>
              <a:rPr lang="en-US" altLang="en-GB"/>
              <a:t>Copy Diagram 2 from </a:t>
            </a:r>
            <a:r>
              <a:rPr lang="en-US" altLang="en-US"/>
              <a:t>┌─────────────────────────────────────────────────────────────────────┐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                   CLINIC BOOKING SYSTEM - DFD LEVEL 1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└─────────────────────────────────────────────────────────────────────┘</a:t>
            </a:r>
            <a:endParaRPr lang="en-US" altLang="en-US"/>
          </a:p>
          <a:p>
            <a:endParaRPr lang="en-US" altLang="en-GB"/>
          </a:p>
          <a:p>
            <a:r>
              <a:rPr lang="en-US" altLang="en-GB"/>
              <a:t>      </a:t>
            </a:r>
            <a:r>
              <a:rPr lang="en-US" altLang="en-US"/>
              <a:t>┌─────────────────┐</a:t>
            </a:r>
            <a:r>
              <a:rPr lang="en-US" altLang="en-GB"/>
              <a:t>         Patient Data         </a:t>
            </a:r>
            <a:r>
              <a:rPr lang="en-US" altLang="en-US"/>
              <a:t>┌─────────────────┐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│─────────────────────────────▶│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PATIENT      </a:t>
            </a:r>
            <a:r>
              <a:rPr lang="en-US" altLang="en-US"/>
              <a:t>│</a:t>
            </a:r>
            <a:r>
              <a:rPr lang="en-US" altLang="en-GB"/>
              <a:t>         Doctor List          </a:t>
            </a:r>
            <a:r>
              <a:rPr lang="en-US" altLang="en-US"/>
              <a:t>│</a:t>
            </a:r>
            <a:r>
              <a:rPr lang="en-US" altLang="en-GB"/>
              <a:t>     DATABASE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│◀─────────────────────────────│</a:t>
            </a:r>
            <a:r>
              <a:rPr lang="en-US" altLang="en-GB"/>
              <a:t>   (In-Memory)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└─────────────────┘</a:t>
            </a:r>
            <a:r>
              <a:rPr lang="en-US" altLang="en-GB"/>
              <a:t>         Appointment Data     </a:t>
            </a:r>
            <a:r>
              <a:rPr lang="en-US" altLang="en-US"/>
              <a:t>└─────────────────┘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</a:t>
            </a:r>
            <a:r>
              <a:rPr lang="en-US" altLang="en-US"/>
              <a:t>▲</a:t>
            </a:r>
            <a:r>
              <a:rPr lang="en-US" altLang="en-GB"/>
              <a:t>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</a:t>
            </a:r>
            <a:r>
              <a:rPr lang="en-US" altLang="en-US"/>
              <a:t>│</a:t>
            </a:r>
            <a:r>
              <a:rPr lang="en-US" altLang="en-GB"/>
              <a:t>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Patient Info                              </a:t>
            </a:r>
            <a:r>
              <a:rPr lang="en-US" altLang="en-US"/>
              <a:t>│</a:t>
            </a:r>
            <a:r>
              <a:rPr lang="en-US" altLang="en-GB"/>
              <a:t>        </a:t>
            </a:r>
            <a:r>
              <a:rPr lang="en-US" altLang="en-US"/>
              <a:t>│</a:t>
            </a:r>
            <a:r>
              <a:rPr lang="en-US" altLang="en-GB"/>
              <a:t>Appointment</a:t>
            </a:r>
            <a:endParaRPr lang="en-US" altLang="en-GB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Doctor Selection                          </a:t>
            </a:r>
            <a:r>
              <a:rPr lang="en-US" altLang="en-US"/>
              <a:t>│</a:t>
            </a:r>
            <a:r>
              <a:rPr lang="en-US" altLang="en-GB"/>
              <a:t>        </a:t>
            </a:r>
            <a:r>
              <a:rPr lang="en-US" altLang="en-US"/>
              <a:t>│</a:t>
            </a:r>
            <a:r>
              <a:rPr lang="en-US" altLang="en-GB"/>
              <a:t>Records</a:t>
            </a:r>
            <a:endParaRPr lang="en-US" altLang="en-GB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Time/Date                                 </a:t>
            </a:r>
            <a:r>
              <a:rPr lang="en-US" altLang="en-US"/>
              <a:t>│</a:t>
            </a:r>
            <a:r>
              <a:rPr lang="en-US" altLang="en-GB"/>
              <a:t>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Reason                                    </a:t>
            </a:r>
            <a:r>
              <a:rPr lang="en-US" altLang="en-US"/>
              <a:t>│</a:t>
            </a:r>
            <a:r>
              <a:rPr lang="en-US" altLang="en-GB"/>
              <a:t>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▼</a:t>
            </a:r>
            <a:r>
              <a:rPr lang="en-US" altLang="en-GB"/>
              <a:t>                                           </a:t>
            </a:r>
            <a:r>
              <a:rPr lang="en-US" altLang="en-US"/>
              <a:t>│</a:t>
            </a:r>
            <a:r>
              <a:rPr lang="en-US" altLang="en-GB"/>
              <a:t>  </a:t>
            </a:r>
            <a:r>
              <a:rPr lang="en-US" altLang="en-US"/>
              <a:t>┌─────────────┐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┌─────────────────────────────────────────────────┐</a:t>
            </a:r>
            <a:r>
              <a:rPr lang="en-US" altLang="en-GB"/>
              <a:t>  </a:t>
            </a:r>
            <a:r>
              <a:rPr lang="en-US" altLang="en-US"/>
              <a:t>│</a:t>
            </a:r>
            <a:r>
              <a:rPr lang="en-US" altLang="en-GB"/>
              <a:t>  </a:t>
            </a:r>
            <a:r>
              <a:rPr lang="en-US" altLang="en-US"/>
              <a:t>│</a:t>
            </a:r>
            <a:r>
              <a:rPr lang="en-US" altLang="en-GB"/>
              <a:t>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      </a:t>
            </a:r>
            <a:r>
              <a:rPr lang="en-US" altLang="en-US"/>
              <a:t>│</a:t>
            </a:r>
            <a:r>
              <a:rPr lang="en-US" altLang="en-GB"/>
              <a:t>  </a:t>
            </a:r>
            <a:r>
              <a:rPr lang="en-US" altLang="en-US"/>
              <a:t>│</a:t>
            </a:r>
            <a:r>
              <a:rPr lang="en-US" altLang="en-GB"/>
              <a:t>  </a:t>
            </a:r>
            <a:r>
              <a:rPr lang="en-US" altLang="en-US"/>
              <a:t>│</a:t>
            </a:r>
            <a:r>
              <a:rPr lang="en-US" altLang="en-GB"/>
              <a:t>  REPORTS &amp;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BOOKING PROCESS                       </a:t>
            </a:r>
            <a:r>
              <a:rPr lang="en-US" altLang="en-US"/>
              <a:t>│──┘</a:t>
            </a:r>
            <a:r>
              <a:rPr lang="en-US" altLang="en-GB"/>
              <a:t>  </a:t>
            </a:r>
            <a:r>
              <a:rPr lang="en-US" altLang="en-US"/>
              <a:t>│</a:t>
            </a:r>
            <a:r>
              <a:rPr lang="en-US" altLang="en-GB"/>
              <a:t>  ANALYTICS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(Main Controller)                        </a:t>
            </a:r>
            <a:r>
              <a:rPr lang="en-US" altLang="en-US"/>
              <a:t>│</a:t>
            </a:r>
            <a:r>
              <a:rPr lang="en-US" altLang="en-GB"/>
              <a:t>     </a:t>
            </a:r>
            <a:r>
              <a:rPr lang="en-US" altLang="en-US"/>
              <a:t>│</a:t>
            </a:r>
            <a:r>
              <a:rPr lang="en-US" altLang="en-GB"/>
              <a:t>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      </a:t>
            </a:r>
            <a:r>
              <a:rPr lang="en-US" altLang="en-US"/>
              <a:t>│</a:t>
            </a:r>
            <a:r>
              <a:rPr lang="en-US" altLang="en-GB"/>
              <a:t>     </a:t>
            </a:r>
            <a:r>
              <a:rPr lang="en-US" altLang="en-US"/>
              <a:t>└─────────────┘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└─────────────────────────────────────────────────┘</a:t>
            </a:r>
            <a:r>
              <a:rPr lang="en-US" altLang="en-GB"/>
              <a:t>            </a:t>
            </a:r>
            <a:r>
              <a:rPr lang="en-US" altLang="en-US"/>
              <a:t>▲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</a:t>
            </a:r>
            <a:r>
              <a:rPr lang="en-US" altLang="en-US"/>
              <a:t>▲</a:t>
            </a:r>
            <a:r>
              <a:rPr lang="en-US" altLang="en-GB"/>
              <a:t>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</a:t>
            </a:r>
            <a:r>
              <a:rPr lang="en-US" altLang="en-US"/>
              <a:t>│</a:t>
            </a:r>
            <a:r>
              <a:rPr lang="en-US" altLang="en-GB"/>
              <a:t>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</a:t>
            </a:r>
            <a:r>
              <a:rPr lang="en-US" altLang="en-US"/>
              <a:t>│</a:t>
            </a:r>
            <a:r>
              <a:rPr lang="en-US" altLang="en-GB"/>
              <a:t>          </a:t>
            </a:r>
            <a:r>
              <a:rPr lang="en-US" altLang="en-US"/>
              <a:t>│</a:t>
            </a:r>
            <a:r>
              <a:rPr lang="en-US" altLang="en-GB"/>
              <a:t>Booking</a:t>
            </a:r>
            <a:endParaRPr lang="en-US" altLang="en-GB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</a:t>
            </a:r>
            <a:r>
              <a:rPr lang="en-US" altLang="en-US"/>
              <a:t>│</a:t>
            </a:r>
            <a:r>
              <a:rPr lang="en-US" altLang="en-GB"/>
              <a:t>          </a:t>
            </a:r>
            <a:r>
              <a:rPr lang="en-US" altLang="en-US"/>
              <a:t>│</a:t>
            </a:r>
            <a:r>
              <a:rPr lang="en-US" altLang="en-GB"/>
              <a:t>Statistics</a:t>
            </a:r>
            <a:endParaRPr lang="en-US" altLang="en-GB"/>
          </a:p>
          <a:p>
            <a:r>
              <a:rPr lang="en-US" altLang="en-GB"/>
              <a:t>               </a:t>
            </a:r>
            <a:r>
              <a:rPr lang="en-US" altLang="en-US"/>
              <a:t>▼</a:t>
            </a:r>
            <a:r>
              <a:rPr lang="en-US" altLang="en-GB"/>
              <a:t>                                           </a:t>
            </a:r>
            <a:r>
              <a:rPr lang="en-US" altLang="en-US"/>
              <a:t>│</a:t>
            </a:r>
            <a:r>
              <a:rPr lang="en-US" altLang="en-GB"/>
              <a:t>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┌─────────────────┐</a:t>
            </a:r>
            <a:r>
              <a:rPr lang="en-US" altLang="en-GB"/>
              <a:t>         Error Messages          </a:t>
            </a:r>
            <a:r>
              <a:rPr lang="en-US" altLang="en-US"/>
              <a:t>│</a:t>
            </a:r>
            <a:r>
              <a:rPr lang="en-US" altLang="en-GB"/>
              <a:t>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│◀────────────────────────────────┘</a:t>
            </a:r>
            <a:r>
              <a:rPr lang="en-US" altLang="en-GB"/>
              <a:t>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      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VALIDATION &amp;   </a:t>
            </a:r>
            <a:r>
              <a:rPr lang="en-US" altLang="en-US"/>
              <a:t>│</a:t>
            </a:r>
            <a:r>
              <a:rPr lang="en-US" altLang="en-GB"/>
              <a:t>         Success Messages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ERROR HANDLER  </a:t>
            </a:r>
            <a:r>
              <a:rPr lang="en-US" altLang="en-US"/>
              <a:t>│────────────────────────────────────────────┘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└─────────────────┘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         </a:t>
            </a:r>
            <a:r>
              <a:rPr lang="en-US" altLang="en-US"/>
              <a:t>│</a:t>
            </a:r>
            <a:r>
              <a:rPr lang="en-US" altLang="en-GB"/>
              <a:t> Validated Data</a:t>
            </a:r>
            <a:endParaRPr lang="en-US" altLang="en-GB"/>
          </a:p>
          <a:p>
            <a:r>
              <a:rPr lang="en-US" altLang="en-GB"/>
              <a:t>               </a:t>
            </a:r>
            <a:r>
              <a:rPr lang="en-US" altLang="en-US"/>
              <a:t>▼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┌─────────────────┐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NOTIFICATION    </a:t>
            </a:r>
            <a:r>
              <a:rPr lang="en-US" altLang="en-US"/>
              <a:t>│───────▶</a:t>
            </a:r>
            <a:r>
              <a:rPr lang="en-US" altLang="en-GB"/>
              <a:t> SMS/Email to Patient</a:t>
            </a:r>
            <a:endParaRPr lang="en-US" altLang="en-GB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SYSTEM        </a:t>
            </a:r>
            <a:r>
              <a:rPr lang="en-US" altLang="en-US"/>
              <a:t>│───────▶</a:t>
            </a:r>
            <a:r>
              <a:rPr lang="en-US" altLang="en-GB"/>
              <a:t> Alert to Doctor</a:t>
            </a:r>
            <a:endParaRPr lang="en-US" altLang="en-GB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(Observer)      </a:t>
            </a:r>
            <a:r>
              <a:rPr lang="en-US" altLang="en-US"/>
              <a:t>│───────▶</a:t>
            </a:r>
            <a:r>
              <a:rPr lang="en-US" altLang="en-GB"/>
              <a:t> System Logs</a:t>
            </a:r>
            <a:endParaRPr lang="en-US" altLang="en-GB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└─────────────────┘</a:t>
            </a:r>
            <a:r>
              <a:rPr lang="en-US" altLang="en-GB"/>
              <a:t>DIAGRAMS.md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r>
              <a:rPr lang="en-US" altLang="en-GB"/>
              <a:t>Title: "System Architecture"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r>
              <a:rPr lang="en-US" altLang="en-GB" b="1" u="sng"/>
              <a:t>Sequence Diagram</a:t>
            </a:r>
            <a:endParaRPr lang="en-US" altLang="en-GB" b="1" u="sng"/>
          </a:p>
          <a:p>
            <a:r>
              <a:rPr lang="en-US" altLang="en-GB"/>
              <a:t>Copy Diagram 3 from DIAGRAMS.md</a:t>
            </a:r>
            <a:endParaRPr lang="en-US" altLang="en-GB"/>
          </a:p>
          <a:p>
            <a:r>
              <a:rPr lang="en-US" altLang="en-US"/>
              <a:t>┌───────────┐</a:t>
            </a:r>
            <a:r>
              <a:rPr lang="en-US" altLang="en-GB"/>
              <a:t>    </a:t>
            </a:r>
            <a:r>
              <a:rPr lang="en-US" altLang="en-US"/>
              <a:t>┌──────────┐</a:t>
            </a:r>
            <a:r>
              <a:rPr lang="en-US" altLang="en-GB"/>
              <a:t>    </a:t>
            </a:r>
            <a:r>
              <a:rPr lang="en-US" altLang="en-US"/>
              <a:t>┌─────────────┐</a:t>
            </a:r>
            <a:r>
              <a:rPr lang="en-US" altLang="en-GB"/>
              <a:t>    </a:t>
            </a:r>
            <a:r>
              <a:rPr lang="en-US" altLang="en-US"/>
              <a:t>┌──────────────┐</a:t>
            </a:r>
            <a:r>
              <a:rPr lang="en-US" altLang="en-GB"/>
              <a:t>    </a:t>
            </a:r>
            <a:r>
              <a:rPr lang="en-US" altLang="en-US"/>
              <a:t>┌─────────────────┐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 Patient  </a:t>
            </a:r>
            <a:r>
              <a:rPr lang="en-US" altLang="en-US"/>
              <a:t>│</a:t>
            </a:r>
            <a:r>
              <a:rPr lang="en-US" altLang="en-GB"/>
              <a:t>    </a:t>
            </a:r>
            <a:r>
              <a:rPr lang="en-US" altLang="en-US"/>
              <a:t>│</a:t>
            </a:r>
            <a:r>
              <a:rPr lang="en-US" altLang="en-GB"/>
              <a:t>   Main   </a:t>
            </a:r>
            <a:r>
              <a:rPr lang="en-US" altLang="en-US"/>
              <a:t>│</a:t>
            </a:r>
            <a:r>
              <a:rPr lang="en-US" altLang="en-GB"/>
              <a:t>    </a:t>
            </a:r>
            <a:r>
              <a:rPr lang="en-US" altLang="en-US"/>
              <a:t>│</a:t>
            </a:r>
            <a:r>
              <a:rPr lang="en-US" altLang="en-GB"/>
              <a:t>  Patient    </a:t>
            </a:r>
            <a:r>
              <a:rPr lang="en-US" altLang="en-US"/>
              <a:t>│</a:t>
            </a:r>
            <a:r>
              <a:rPr lang="en-US" altLang="en-GB"/>
              <a:t>    </a:t>
            </a:r>
            <a:r>
              <a:rPr lang="en-US" altLang="en-US"/>
              <a:t>│</a:t>
            </a:r>
            <a:r>
              <a:rPr lang="en-US" altLang="en-GB"/>
              <a:t>   Doctor     </a:t>
            </a:r>
            <a:r>
              <a:rPr lang="en-US" altLang="en-US"/>
              <a:t>│</a:t>
            </a:r>
            <a:r>
              <a:rPr lang="en-US" altLang="en-GB"/>
              <a:t>    </a:t>
            </a:r>
            <a:r>
              <a:rPr lang="en-US" altLang="en-US"/>
              <a:t>│</a:t>
            </a:r>
            <a:r>
              <a:rPr lang="en-US" altLang="en-GB"/>
              <a:t>   Appointment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 (User)   </a:t>
            </a:r>
            <a:r>
              <a:rPr lang="en-US" altLang="en-US"/>
              <a:t>│</a:t>
            </a:r>
            <a:r>
              <a:rPr lang="en-US" altLang="en-GB"/>
              <a:t>    </a:t>
            </a:r>
            <a:r>
              <a:rPr lang="en-US" altLang="en-US"/>
              <a:t>│</a:t>
            </a:r>
            <a:r>
              <a:rPr lang="en-US" altLang="en-GB"/>
              <a:t> (Controller)</a:t>
            </a:r>
            <a:r>
              <a:rPr lang="en-US" altLang="en-US"/>
              <a:t>│</a:t>
            </a:r>
            <a:r>
              <a:rPr lang="en-US" altLang="en-GB"/>
              <a:t>  </a:t>
            </a:r>
            <a:r>
              <a:rPr lang="en-US" altLang="en-US"/>
              <a:t>│</a:t>
            </a:r>
            <a:r>
              <a:rPr lang="en-US" altLang="en-GB"/>
              <a:t> Repository </a:t>
            </a:r>
            <a:r>
              <a:rPr lang="en-US" altLang="en-US"/>
              <a:t>│</a:t>
            </a:r>
            <a:r>
              <a:rPr lang="en-US" altLang="en-GB"/>
              <a:t>    </a:t>
            </a:r>
            <a:r>
              <a:rPr lang="en-US" altLang="en-US"/>
              <a:t>│</a:t>
            </a:r>
            <a:r>
              <a:rPr lang="en-US" altLang="en-GB"/>
              <a:t>  Repository  </a:t>
            </a:r>
            <a:r>
              <a:rPr lang="en-US" altLang="en-US"/>
              <a:t>│</a:t>
            </a:r>
            <a:r>
              <a:rPr lang="en-US" altLang="en-GB"/>
              <a:t>    </a:t>
            </a:r>
            <a:r>
              <a:rPr lang="en-US" altLang="en-US"/>
              <a:t>│</a:t>
            </a:r>
            <a:r>
              <a:rPr lang="en-US" altLang="en-GB"/>
              <a:t>   Repository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└─────┬─────┘</a:t>
            </a:r>
            <a:r>
              <a:rPr lang="en-US" altLang="en-GB"/>
              <a:t>    </a:t>
            </a:r>
            <a:r>
              <a:rPr lang="en-US" altLang="en-US"/>
              <a:t>└─────┬────┘</a:t>
            </a:r>
            <a:r>
              <a:rPr lang="en-US" altLang="en-GB"/>
              <a:t>    </a:t>
            </a:r>
            <a:r>
              <a:rPr lang="en-US" altLang="en-US"/>
              <a:t>└──────┬──────┘</a:t>
            </a:r>
            <a:r>
              <a:rPr lang="en-US" altLang="en-GB"/>
              <a:t>    </a:t>
            </a:r>
            <a:r>
              <a:rPr lang="en-US" altLang="en-US"/>
              <a:t>└──────┬───────┘</a:t>
            </a:r>
            <a:r>
              <a:rPr lang="en-US" altLang="en-GB"/>
              <a:t>    </a:t>
            </a:r>
            <a:r>
              <a:rPr lang="en-US" altLang="en-US"/>
              <a:t>└────────┬────────┘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1. Start Booking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│────────────────▶│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2. Get Doctors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│─────────────────▶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3. Return Doctors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│◀────────────────│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4. Select Doctor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│────────────────▶│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5. Find Doctor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│────────────────────────────────────▶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6. Return Doctor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│◀────────────────────────────────────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7. Select Patient</a:t>
            </a:r>
            <a:r>
              <a:rPr lang="en-US" altLang="en-US"/>
              <a:t>│</a:t>
            </a:r>
            <a:r>
              <a:rPr lang="en-US" altLang="en-GB"/>
              <a:t>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│────────────────▶│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8. Find Patient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│────────────────▶│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9. Return Patient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│◀────────────────│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10. Enter Details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│────────────────▶│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11. Create Appt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(Factory)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│───────┐</a:t>
            </a:r>
            <a:r>
              <a:rPr lang="en-US" altLang="en-GB"/>
              <a:t>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</a:t>
            </a:r>
            <a:r>
              <a:rPr lang="en-US" altLang="en-US"/>
              <a:t>│</a:t>
            </a:r>
            <a:r>
              <a:rPr lang="en-US" altLang="en-GB"/>
              <a:t>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</a:t>
            </a:r>
            <a:r>
              <a:rPr lang="en-US" altLang="en-US"/>
              <a:t>│</a:t>
            </a:r>
            <a:r>
              <a:rPr lang="en-US" altLang="en-GB"/>
              <a:t>12. Save Appointment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</a:t>
            </a:r>
            <a:r>
              <a:rPr lang="en-US" altLang="en-US"/>
              <a:t>└───────────────────────────────────────────────▶│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13. Appointment Saved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│◀───────────────────│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14. Send Notification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(Observer)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│───────┐</a:t>
            </a:r>
            <a:r>
              <a:rPr lang="en-US" altLang="en-GB"/>
              <a:t>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</a:t>
            </a:r>
            <a:r>
              <a:rPr lang="en-US" altLang="en-US"/>
              <a:t>│</a:t>
            </a:r>
            <a:r>
              <a:rPr lang="en-US" altLang="en-GB"/>
              <a:t>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</a:t>
            </a:r>
            <a:r>
              <a:rPr lang="en-US" altLang="en-US"/>
              <a:t>│</a:t>
            </a:r>
            <a:r>
              <a:rPr lang="en-US" altLang="en-GB"/>
              <a:t>15. Confirmation Message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│◀───────────────────────┘</a:t>
            </a:r>
            <a:r>
              <a:rPr lang="en-US" altLang="en-GB"/>
              <a:t>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GB"/>
              <a:t>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</a:t>
            </a:r>
            <a:r>
              <a:rPr lang="en-US" altLang="en-US"/>
              <a:t>│</a:t>
            </a:r>
            <a:r>
              <a:rPr lang="en-US" altLang="en-GB"/>
              <a:t>                  </a:t>
            </a:r>
            <a:r>
              <a:rPr lang="en-US" altLang="en-US"/>
              <a:t>│</a:t>
            </a:r>
            <a:r>
              <a:rPr lang="en-US" altLang="en-GB"/>
              <a:t>              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┌─────┴─────────┐</a:t>
            </a:r>
            <a:r>
              <a:rPr lang="en-US" altLang="en-GB"/>
              <a:t> </a:t>
            </a:r>
            <a:r>
              <a:rPr lang="en-US" altLang="en-US"/>
              <a:t>┌─────┴──────┐</a:t>
            </a:r>
            <a:r>
              <a:rPr lang="en-US" altLang="en-GB"/>
              <a:t> </a:t>
            </a:r>
            <a:r>
              <a:rPr lang="en-US" altLang="en-US"/>
              <a:t>┌───────┴────────┐</a:t>
            </a:r>
            <a:r>
              <a:rPr lang="en-US" altLang="en-GB"/>
              <a:t> </a:t>
            </a:r>
            <a:r>
              <a:rPr lang="en-US" altLang="en-US"/>
              <a:t>┌───────┴─────────┐</a:t>
            </a:r>
            <a:r>
              <a:rPr lang="en-US" altLang="en-GB"/>
              <a:t> </a:t>
            </a:r>
            <a:r>
              <a:rPr lang="en-US" altLang="en-US"/>
              <a:t>┌────────┴──────────┐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  Patient     </a:t>
            </a:r>
            <a:r>
              <a:rPr lang="en-US" altLang="en-US"/>
              <a:t>│</a:t>
            </a:r>
            <a:r>
              <a:rPr lang="en-US" altLang="en-GB"/>
              <a:t> </a:t>
            </a:r>
            <a:r>
              <a:rPr lang="en-US" altLang="en-US"/>
              <a:t>│</a:t>
            </a:r>
            <a:r>
              <a:rPr lang="en-US" altLang="en-GB"/>
              <a:t>    Main    </a:t>
            </a:r>
            <a:r>
              <a:rPr lang="en-US" altLang="en-US"/>
              <a:t>│</a:t>
            </a:r>
            <a:r>
              <a:rPr lang="en-US" altLang="en-GB"/>
              <a:t> </a:t>
            </a:r>
            <a:r>
              <a:rPr lang="en-US" altLang="en-US"/>
              <a:t>│</a:t>
            </a:r>
            <a:r>
              <a:rPr lang="en-US" altLang="en-GB"/>
              <a:t>   Patient      </a:t>
            </a:r>
            <a:r>
              <a:rPr lang="en-US" altLang="en-US"/>
              <a:t>│</a:t>
            </a:r>
            <a:r>
              <a:rPr lang="en-US" altLang="en-GB"/>
              <a:t> </a:t>
            </a:r>
            <a:r>
              <a:rPr lang="en-US" altLang="en-US"/>
              <a:t>│</a:t>
            </a:r>
            <a:r>
              <a:rPr lang="en-US" altLang="en-GB"/>
              <a:t>    Doctor       </a:t>
            </a:r>
            <a:r>
              <a:rPr lang="en-US" altLang="en-US"/>
              <a:t>│</a:t>
            </a:r>
            <a:r>
              <a:rPr lang="en-US" altLang="en-GB"/>
              <a:t> </a:t>
            </a:r>
            <a:r>
              <a:rPr lang="en-US" altLang="en-US"/>
              <a:t>│</a:t>
            </a:r>
            <a:r>
              <a:rPr lang="en-US" altLang="en-GB"/>
              <a:t>   Appointment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│</a:t>
            </a:r>
            <a:r>
              <a:rPr lang="en-US" altLang="en-GB"/>
              <a:t>   (User)      </a:t>
            </a:r>
            <a:r>
              <a:rPr lang="en-US" altLang="en-US"/>
              <a:t>│</a:t>
            </a:r>
            <a:r>
              <a:rPr lang="en-US" altLang="en-GB"/>
              <a:t> </a:t>
            </a:r>
            <a:r>
              <a:rPr lang="en-US" altLang="en-US"/>
              <a:t>│</a:t>
            </a:r>
            <a:r>
              <a:rPr lang="en-US" altLang="en-GB"/>
              <a:t>(Controller)</a:t>
            </a:r>
            <a:r>
              <a:rPr lang="en-US" altLang="en-US"/>
              <a:t>│</a:t>
            </a:r>
            <a:r>
              <a:rPr lang="en-US" altLang="en-GB"/>
              <a:t> </a:t>
            </a:r>
            <a:r>
              <a:rPr lang="en-US" altLang="en-US"/>
              <a:t>│</a:t>
            </a:r>
            <a:r>
              <a:rPr lang="en-US" altLang="en-GB"/>
              <a:t>  Repository    </a:t>
            </a:r>
            <a:r>
              <a:rPr lang="en-US" altLang="en-US"/>
              <a:t>│</a:t>
            </a:r>
            <a:r>
              <a:rPr lang="en-US" altLang="en-GB"/>
              <a:t> </a:t>
            </a:r>
            <a:r>
              <a:rPr lang="en-US" altLang="en-US"/>
              <a:t>│</a:t>
            </a:r>
            <a:r>
              <a:rPr lang="en-US" altLang="en-GB"/>
              <a:t>   Repository    </a:t>
            </a:r>
            <a:r>
              <a:rPr lang="en-US" altLang="en-US"/>
              <a:t>│</a:t>
            </a:r>
            <a:r>
              <a:rPr lang="en-US" altLang="en-GB"/>
              <a:t> </a:t>
            </a:r>
            <a:r>
              <a:rPr lang="en-US" altLang="en-US"/>
              <a:t>│</a:t>
            </a:r>
            <a:r>
              <a:rPr lang="en-US" altLang="en-GB"/>
              <a:t>   Repository      </a:t>
            </a:r>
            <a:r>
              <a:rPr lang="en-US" altLang="en-US"/>
              <a:t>│</a:t>
            </a:r>
            <a:endParaRPr lang="en-US" altLang="en-US"/>
          </a:p>
          <a:p>
            <a:r>
              <a:rPr lang="en-US" altLang="en-US"/>
              <a:t>└───────────────┘</a:t>
            </a:r>
            <a:r>
              <a:rPr lang="en-US" altLang="en-GB"/>
              <a:t> </a:t>
            </a:r>
            <a:r>
              <a:rPr lang="en-US" altLang="en-US"/>
              <a:t>└────────────┘</a:t>
            </a:r>
            <a:r>
              <a:rPr lang="en-US" altLang="en-GB"/>
              <a:t> </a:t>
            </a:r>
            <a:r>
              <a:rPr lang="en-US" altLang="en-US"/>
              <a:t>└────────────────┘</a:t>
            </a:r>
            <a:r>
              <a:rPr lang="en-US" altLang="en-GB"/>
              <a:t> </a:t>
            </a:r>
            <a:r>
              <a:rPr lang="en-US" altLang="en-US"/>
              <a:t>└─────────────────┘</a:t>
            </a:r>
            <a:r>
              <a:rPr lang="en-US" altLang="en-GB"/>
              <a:t> </a:t>
            </a:r>
            <a:r>
              <a:rPr lang="en-US" altLang="en-US"/>
              <a:t>└───────────────────┘</a:t>
            </a:r>
            <a:endParaRPr lang="en-US" altLang="en-US"/>
          </a:p>
          <a:p>
            <a:r>
              <a:rPr lang="en-US" altLang="en-GB"/>
              <a:t>Title: "Appointment Booking Sequence"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 u="sng"/>
              <a:t>Features</a:t>
            </a:r>
            <a:endParaRPr lang="en-US" altLang="en-GB" b="1" u="sng"/>
          </a:p>
          <a:p>
            <a:r>
              <a:rPr lang="en-US" altLang="en-GB"/>
              <a:t>List features (use bullet points)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Show technologies used (Java, Git, etc.)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 u="sng"/>
              <a:t>GitHub Repository</a:t>
            </a:r>
            <a:endParaRPr lang="en-US" altLang="en-GB" b="1" u="sng"/>
          </a:p>
          <a:p>
            <a:r>
              <a:rPr lang="en-US" altLang="en-GB"/>
              <a:t>Show your GitHub link: https://github.com/AngelNirere/ClinicBookingSystem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Show code structure screenshot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b="1" u="sng"/>
              <a:t>Conclusion</a:t>
            </a:r>
            <a:endParaRPr lang="en-US" altLang="en-GB" b="1" u="sng"/>
          </a:p>
          <a:p>
            <a:r>
              <a:rPr lang="en-US" altLang="en-GB"/>
              <a:t>Working application completed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All requirements met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Future improvements possible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10602</Words>
  <Application>WPS Presentation</Application>
  <PresentationFormat>Widescreen</PresentationFormat>
  <Paragraphs>206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Title: Clinic Booking System  Subtitle: Java Application Project Name:Nirere Angelique  Date:17/12/2025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Angel</dc:creator>
  <cp:lastModifiedBy>Angel</cp:lastModifiedBy>
  <cp:revision>8</cp:revision>
  <dcterms:created xsi:type="dcterms:W3CDTF">2025-07-23T00:59:00Z</dcterms:created>
  <dcterms:modified xsi:type="dcterms:W3CDTF">2025-12-18T11:00:38Z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C901150B3A024DB484093F2BDE7AC793_13</vt:lpwstr>
  </property>
  <property fmtid="{D5CDD505-2E9C-101B-9397-08002B2CF9AE}" pid="3" name="KSOProductBuildVer">
    <vt:lpwstr>2057-12.2.0.23155</vt:lpwstr>
  </property>
</Properties>
</file>