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en-US" altLang="en-GB"/>
              <a:t>Title):</a:t>
            </a:r>
            <a:br>
              <a:rPr lang="en-US" altLang="en-GB"/>
            </a:br>
            <a:br>
              <a:rPr lang="en-US" altLang="en-GB"/>
            </a:br>
            <a:r>
              <a:rPr lang="en-US" altLang="en-GB"/>
              <a:t>Title: Clinic Booking System</a:t>
            </a:r>
            <a:br>
              <a:rPr lang="en-US" altLang="en-GB"/>
            </a:br>
            <a:br>
              <a:rPr lang="en-US" altLang="en-GB"/>
            </a:br>
            <a:r>
              <a:rPr lang="en-US" altLang="en-GB"/>
              <a:t>Subtitle: Java Application Project</a:t>
            </a:r>
            <a:br>
              <a:rPr lang="en-US" altLang="en-GB"/>
            </a:br>
            <a:br>
              <a:rPr lang="en-US" altLang="en-GB"/>
            </a:br>
            <a:r>
              <a:rPr lang="en-US" altLang="en-GB"/>
              <a:t>Your Name: </a:t>
            </a:r>
            <a:r>
              <a:rPr lang="en-GB" altLang="en-US"/>
              <a:t>Nirere Angelique</a:t>
            </a:r>
            <a:br>
              <a:rPr lang="en-US" altLang="en-GB"/>
            </a:br>
            <a:br>
              <a:rPr lang="en-US" altLang="en-GB"/>
            </a:br>
            <a:r>
              <a:rPr lang="en-US" altLang="en-GB"/>
              <a:t>Date: 17/12/2025</a:t>
            </a:r>
            <a:endParaRPr lang="en-US" alt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endParaRPr lang="en-US" altLang="en-GB"/>
          </a:p>
          <a:p>
            <a:endParaRPr lang="en-US" altLang="en-GB"/>
          </a:p>
          <a:p>
            <a:r>
              <a:rPr lang="en-US" altLang="en-GB"/>
              <a:t>Title: Problem Statement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Manual clinic management is inefficient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Need digital appointment booking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Paper records are hard to manage</a:t>
            </a:r>
            <a:endParaRPr lang="en-US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GB"/>
              <a:t>Title: Our Solution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Java console application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Manages doctors, patients, appointments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User-friendly menu system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GitHub repository available</a:t>
            </a:r>
            <a:endParaRPr lang="en-US" alt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 altLang="en-GB"/>
              <a:t>Title: System Features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Add/List/Find Doctors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Add/List/Find Patients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Book Appointments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View All Appointments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Interactive Menu</a:t>
            </a:r>
            <a:endParaRPr lang="en-US" alt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GB"/>
              <a:t>Title: GitHub Repository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Link: https://github.com/AngelNirere/ClinicBookingSystem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Contains all source code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Complete documentation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Version controlled</a:t>
            </a:r>
            <a:endParaRPr lang="en-US" alt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645</Words>
  <Application>WPS Presentation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Angel</dc:creator>
  <cp:lastModifiedBy>Angel</cp:lastModifiedBy>
  <cp:revision>3</cp:revision>
  <dcterms:created xsi:type="dcterms:W3CDTF">2025-07-23T00:59:00Z</dcterms:created>
  <dcterms:modified xsi:type="dcterms:W3CDTF">2025-12-17T08:17:55Z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4A21F89AC1984CAE8BEBF76D7607467D_11</vt:lpwstr>
  </property>
  <property fmtid="{D5CDD505-2E9C-101B-9397-08002B2CF9AE}" pid="3" name="KSOProductBuildVer">
    <vt:lpwstr>2057-12.2.0.23155</vt:lpwstr>
  </property>
</Properties>
</file>